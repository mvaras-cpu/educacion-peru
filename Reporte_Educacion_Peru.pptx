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Educación en Perú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Análisis de Conversación Digital • 8 junio - 7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667EEA"/>
                </a:solidFill>
              </a:defRPr>
            </a:pPr>
            <a:r>
              <a:t>Resumen Ejecutivo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560320" cy="1371600"/>
          </a:xfrm>
          <a:prstGeom prst="rect">
            <a:avLst/>
          </a:prstGeom>
          <a:solidFill>
            <a:srgbClr val="F8F9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55448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667EEA"/>
                </a:solidFill>
              </a:defRPr>
            </a:pPr>
            <a:r>
              <a:t>220.5K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2860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Menciones Totales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371600"/>
            <a:ext cx="2560320" cy="1371600"/>
          </a:xfrm>
          <a:prstGeom prst="rect">
            <a:avLst/>
          </a:prstGeom>
          <a:solidFill>
            <a:srgbClr val="F8F9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5448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667EEA"/>
                </a:solidFill>
              </a:defRPr>
            </a:pPr>
            <a:r>
              <a:t>3.3M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Engagement Total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2560320" cy="1371600"/>
          </a:xfrm>
          <a:prstGeom prst="rect">
            <a:avLst/>
          </a:prstGeom>
          <a:solidFill>
            <a:srgbClr val="F8F9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667EEA"/>
                </a:solidFill>
              </a:defRPr>
            </a:pPr>
            <a:r>
              <a:t>2,134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HHI Estimado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333333"/>
                </a:solidFill>
              </a:defRPr>
            </a:pPr>
            <a:r>
              <a:t>El análisis de 30 días revela una conversación enfocada en educación superior y política educativa. Con 220,537 menciones y 3.3M de engagement, Twitter domina como plataforma principal (73%). El HHI de 2,134 indica concentración moderada-alta, reflejando que la mayoría de la actividad se concentra en pocos temas clave: estudiantes, universidades y política educativa.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667EEA"/>
                </a:solidFill>
              </a:defRPr>
            </a:pPr>
            <a:r>
              <a:t>Temas Principales de Conversación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Estudiantes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234440"/>
            <a:ext cx="4978908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188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19.8%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Universidad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691640"/>
            <a:ext cx="4249674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645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Política Educativa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148839"/>
            <a:ext cx="2388870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21031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9.5%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Becas/Ayuda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2606039"/>
            <a:ext cx="2263140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2560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9.0%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Escuela/Colegio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3063239"/>
            <a:ext cx="1835657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3017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7.3%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Financiamiento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520439"/>
            <a:ext cx="1005840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3474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4.0%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Tecnología Educativa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3977639"/>
            <a:ext cx="779526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3931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3.1%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Calidad Educativa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4434840"/>
            <a:ext cx="678942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43891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2.7%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667EEA"/>
                </a:solidFill>
              </a:defRPr>
            </a:pPr>
            <a:r>
              <a:t>Índice de Concentración Temática (HHI)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371600"/>
            <a:ext cx="5486400" cy="22860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155448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2,134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3774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Índice de Herfindahl-Hirschman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7863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500">
                <a:solidFill>
                  <a:srgbClr val="333333"/>
                </a:solidFill>
              </a:defRPr>
            </a:pPr>
            <a:r>
              <a:t>El HHI mide qué tan concentrada está la actividad entre distintos temas durante los últimos 30 días. Un valor de 2,134 indica concentración moderada-alta, lo que significa que pocas temáticas concentraron gran parte de la actividad observada. Específicamente, estudiantes, universidad y política educativa representan 46.2% de toda la conversación.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667EEA"/>
                </a:solidFill>
              </a:defRPr>
            </a:pPr>
            <a:r>
              <a:t>Distribución por Tipo de Fuente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Fuente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188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Menciones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188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188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Engagement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00" cy="36576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Twitter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645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161,237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645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73.1%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645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941,521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574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Noticias Online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574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24,904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0574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11.3%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574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22,265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23160"/>
            <a:ext cx="8229600" cy="36576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688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Blogs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4688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16,811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4688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7.6%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4688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7,703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8803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Facebook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8803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4,914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8803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2.2%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803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1,327,469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246120"/>
            <a:ext cx="8229600" cy="36576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291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YouTube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291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3,957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291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1.8%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91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469,370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667EEA"/>
                </a:solidFill>
              </a:defRPr>
            </a:pPr>
            <a:r>
              <a:t>Top 6 Temas en Conversación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4023360" cy="146304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08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👥 Estudiantes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20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43.6K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19.8%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371600"/>
            <a:ext cx="4023360" cy="146304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508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🎓 Universidad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920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37.2K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377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16.9%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4023360" cy="146304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1546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⚖️ Política Educativa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566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20.8K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023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017520"/>
            <a:ext cx="4023360" cy="146304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1546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💰 Becas/Ayuda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566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19.9K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023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9.0%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663440"/>
            <a:ext cx="4023360" cy="146304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800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🏫 Escuela/Colegio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521207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16.0K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669279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7.3%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663440"/>
            <a:ext cx="4023360" cy="146304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4800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💵 Financiamiento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521207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8.8K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669279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4.0%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667EEA"/>
                </a:solidFill>
              </a:defRPr>
            </a:pPr>
            <a:r>
              <a:t>Hallazgos Clave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📊 Conversación Concentrada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1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333333"/>
                </a:solidFill>
              </a:defRPr>
            </a:pPr>
            <a:r>
              <a:t>El HHI de 2,134 indica concentración en estudiantes, universidad y política educativa.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🐦 Dominio de Twitter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333333"/>
                </a:solidFill>
              </a:defRPr>
            </a:pPr>
            <a:r>
              <a:t>Twitter representa 73.1% de todas las menciones sobre educación en Perú.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❤️ Alto Engagement 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333333"/>
                </a:solidFill>
              </a:defRPr>
            </a:pPr>
            <a:r>
              <a:t>Facebook, Instagram y YouTube generan engagement desproporcionadamente alto.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🔕 Baja Cobertura Mediática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12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333333"/>
                </a:solidFill>
              </a:defRPr>
            </a:pPr>
            <a:r>
              <a:t>Solo 11.3% de menciones provienen de noticias, educación es tema digital/social.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667EEA"/>
                </a:solidFill>
              </a:defRPr>
            </a:pPr>
            <a:r>
              <a:t>Recomendaciones Estratégicas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1. Enfoque en Jóvenes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333333"/>
                </a:solidFill>
              </a:defRPr>
            </a:pPr>
            <a:r>
              <a:t>Desarrollar mensajería para estudiantes y jóvenes en educación superior (36.7% conversación).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2. Multi-Plataforma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333333"/>
                </a:solidFill>
              </a:defRPr>
            </a:pPr>
            <a:r>
              <a:t>Priorizar Facebook e Instagram para engagement, no solo volumen en Twitter.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3. Conectar con Medios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333333"/>
                </a:solidFill>
              </a:defRPr>
            </a:pPr>
            <a:r>
              <a:t>Mejorar cobertura mediática (11.3%) mediante comunicados y relaciones con prensa.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